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1" r:id="rId1"/>
  </p:sld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060E496-0125-4112-8C12-D2276581FA4E}" v="161" dt="2026-02-05T15:34:00.913"/>
    <p1510:client id="{E5D1601F-0D15-4DF6-AEE2-3D0B53E54C9B}" v="1725" dt="2026-02-05T15:29:29.71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DE6C8-AB1D-4204-BC9C-3366B0BF0435}"/>
              </a:ext>
            </a:extLst>
          </p:cNvPr>
          <p:cNvSpPr>
            <a:spLocks noGrp="1"/>
          </p:cNvSpPr>
          <p:nvPr>
            <p:ph type="ctrTitle"/>
          </p:nvPr>
        </p:nvSpPr>
        <p:spPr>
          <a:xfrm>
            <a:off x="704088" y="889820"/>
            <a:ext cx="9989574" cy="3598606"/>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7A7B9009-EE50-4EE5-B6EB-CD6EC83D3FA3}"/>
              </a:ext>
            </a:extLst>
          </p:cNvPr>
          <p:cNvSpPr>
            <a:spLocks noGrp="1"/>
          </p:cNvSpPr>
          <p:nvPr>
            <p:ph type="subTitle" idx="1"/>
          </p:nvPr>
        </p:nvSpPr>
        <p:spPr>
          <a:xfrm>
            <a:off x="704088" y="4488426"/>
            <a:ext cx="6991776" cy="130277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99C8667E-058A-436F-B8EA-5B3A99D43D09}"/>
              </a:ext>
            </a:extLst>
          </p:cNvPr>
          <p:cNvSpPr>
            <a:spLocks noGrp="1"/>
          </p:cNvSpPr>
          <p:nvPr>
            <p:ph type="dt" sz="half" idx="10"/>
          </p:nvPr>
        </p:nvSpPr>
        <p:spPr/>
        <p:txBody>
          <a:bodyPr/>
          <a:lstStyle/>
          <a:p>
            <a:fld id="{D1D1EADE-8E88-4C7C-8AC5-FB148DE4940E}" type="datetime1">
              <a:rPr lang="en-US" smtClean="0"/>
              <a:t>2/5/2026</a:t>
            </a:fld>
            <a:endParaRPr lang="en-US"/>
          </a:p>
        </p:txBody>
      </p:sp>
      <p:sp>
        <p:nvSpPr>
          <p:cNvPr id="5" name="Footer Placeholder 4">
            <a:extLst>
              <a:ext uri="{FF2B5EF4-FFF2-40B4-BE49-F238E27FC236}">
                <a16:creationId xmlns:a16="http://schemas.microsoft.com/office/drawing/2014/main" id="{52680305-1AD7-482D-BFFD-6CDB83AB39A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E5762A1-52E9-402D-B65E-DF193E44CE83}"/>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980567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87CA6-BFD9-4CB1-8892-F6B062E82445}"/>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0CDA8C3-9C0C-4E52-9A62-E4DB159E6B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CC3EC35-E02F-41FF-9232-F90692A902FC}"/>
              </a:ext>
            </a:extLst>
          </p:cNvPr>
          <p:cNvSpPr>
            <a:spLocks noGrp="1"/>
          </p:cNvSpPr>
          <p:nvPr>
            <p:ph type="dt" sz="half" idx="10"/>
          </p:nvPr>
        </p:nvSpPr>
        <p:spPr/>
        <p:txBody>
          <a:bodyPr/>
          <a:lstStyle/>
          <a:p>
            <a:fld id="{157B6794-849E-4626-908B-D15793550EFB}" type="datetime1">
              <a:rPr lang="en-US" smtClean="0"/>
              <a:t>2/5/2026</a:t>
            </a:fld>
            <a:endParaRPr lang="en-US"/>
          </a:p>
        </p:txBody>
      </p:sp>
      <p:sp>
        <p:nvSpPr>
          <p:cNvPr id="5" name="Footer Placeholder 4">
            <a:extLst>
              <a:ext uri="{FF2B5EF4-FFF2-40B4-BE49-F238E27FC236}">
                <a16:creationId xmlns:a16="http://schemas.microsoft.com/office/drawing/2014/main" id="{39D13D38-5DF1-443B-8A12-71E834FDC6A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25E644A-4A37-4757-9809-5B035E2874E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4441209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6578B-CD85-4BF1-A729-E8E8079B595F}"/>
              </a:ext>
            </a:extLst>
          </p:cNvPr>
          <p:cNvSpPr>
            <a:spLocks noGrp="1"/>
          </p:cNvSpPr>
          <p:nvPr>
            <p:ph type="title"/>
          </p:nvPr>
        </p:nvSpPr>
        <p:spPr>
          <a:xfrm>
            <a:off x="715383" y="1709738"/>
            <a:ext cx="10632067" cy="2852737"/>
          </a:xfrm>
        </p:spPr>
        <p:txBody>
          <a:bodyPr anchor="b"/>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58448C1-C13F-4826-8347-EEB00A6643D6}"/>
              </a:ext>
            </a:extLst>
          </p:cNvPr>
          <p:cNvSpPr>
            <a:spLocks noGrp="1"/>
          </p:cNvSpPr>
          <p:nvPr>
            <p:ph type="body" idx="1"/>
          </p:nvPr>
        </p:nvSpPr>
        <p:spPr>
          <a:xfrm>
            <a:off x="715383" y="4589463"/>
            <a:ext cx="10632067"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06546A-957F-4C4D-9744-1177AD258E10}"/>
              </a:ext>
            </a:extLst>
          </p:cNvPr>
          <p:cNvSpPr>
            <a:spLocks noGrp="1"/>
          </p:cNvSpPr>
          <p:nvPr>
            <p:ph type="dt" sz="half" idx="10"/>
          </p:nvPr>
        </p:nvSpPr>
        <p:spPr/>
        <p:txBody>
          <a:bodyPr/>
          <a:lstStyle/>
          <a:p>
            <a:fld id="{63DB64E7-5594-42A3-ADBF-E95A7ACEAD64}" type="datetime1">
              <a:rPr lang="en-US" smtClean="0"/>
              <a:t>2/5/2026</a:t>
            </a:fld>
            <a:endParaRPr lang="en-US"/>
          </a:p>
        </p:txBody>
      </p:sp>
      <p:sp>
        <p:nvSpPr>
          <p:cNvPr id="5" name="Footer Placeholder 4">
            <a:extLst>
              <a:ext uri="{FF2B5EF4-FFF2-40B4-BE49-F238E27FC236}">
                <a16:creationId xmlns:a16="http://schemas.microsoft.com/office/drawing/2014/main" id="{B1DB149C-CC63-4E3A-A83D-EF637EB5197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DB94775-7982-41EC-B584-D51224D38F77}"/>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7920909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E4BD8-507D-48E4-A624-F16A741C3609}"/>
              </a:ext>
            </a:extLst>
          </p:cNvPr>
          <p:cNvSpPr>
            <a:spLocks noGrp="1"/>
          </p:cNvSpPr>
          <p:nvPr>
            <p:ph type="title"/>
          </p:nvPr>
        </p:nvSpPr>
        <p:spPr>
          <a:xfrm>
            <a:off x="700635" y="914400"/>
            <a:ext cx="10691265" cy="1307592"/>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10A07E4-3A39-457C-A059-7DFB6039D947}"/>
              </a:ext>
            </a:extLst>
          </p:cNvPr>
          <p:cNvSpPr>
            <a:spLocks noGrp="1"/>
          </p:cNvSpPr>
          <p:nvPr>
            <p:ph sz="half" idx="1"/>
          </p:nvPr>
        </p:nvSpPr>
        <p:spPr>
          <a:xfrm>
            <a:off x="704088"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B141E17-47CE-4A78-B0FA-0E9786DA67C5}"/>
              </a:ext>
            </a:extLst>
          </p:cNvPr>
          <p:cNvSpPr>
            <a:spLocks noGrp="1"/>
          </p:cNvSpPr>
          <p:nvPr>
            <p:ph sz="half" idx="2"/>
          </p:nvPr>
        </p:nvSpPr>
        <p:spPr>
          <a:xfrm>
            <a:off x="6181344"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F02C13-D3ED-4044-9716-F29D79A184C9}"/>
              </a:ext>
            </a:extLst>
          </p:cNvPr>
          <p:cNvSpPr>
            <a:spLocks noGrp="1"/>
          </p:cNvSpPr>
          <p:nvPr>
            <p:ph type="dt" sz="half" idx="10"/>
          </p:nvPr>
        </p:nvSpPr>
        <p:spPr/>
        <p:txBody>
          <a:bodyPr/>
          <a:lstStyle/>
          <a:p>
            <a:fld id="{18462B0B-D248-4FFB-8695-AD7FA4B1284A}" type="datetime1">
              <a:rPr lang="en-US" smtClean="0"/>
              <a:t>2/5/2026</a:t>
            </a:fld>
            <a:endParaRPr lang="en-US"/>
          </a:p>
        </p:txBody>
      </p:sp>
      <p:sp>
        <p:nvSpPr>
          <p:cNvPr id="6" name="Footer Placeholder 5">
            <a:extLst>
              <a:ext uri="{FF2B5EF4-FFF2-40B4-BE49-F238E27FC236}">
                <a16:creationId xmlns:a16="http://schemas.microsoft.com/office/drawing/2014/main" id="{8AF334AD-FB29-4355-B5CF-85E61B4F340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A5AA154-790C-4774-9C21-8C543E733F2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6213322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7DD35-7673-4F88-86B0-634883B5E345}"/>
              </a:ext>
            </a:extLst>
          </p:cNvPr>
          <p:cNvSpPr>
            <a:spLocks noGrp="1"/>
          </p:cNvSpPr>
          <p:nvPr>
            <p:ph type="title"/>
          </p:nvPr>
        </p:nvSpPr>
        <p:spPr>
          <a:xfrm>
            <a:off x="704087" y="929147"/>
            <a:ext cx="10689336" cy="798451"/>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EC820D7-3E0B-47C6-A583-C4C839C5AF03}"/>
              </a:ext>
            </a:extLst>
          </p:cNvPr>
          <p:cNvSpPr>
            <a:spLocks noGrp="1"/>
          </p:cNvSpPr>
          <p:nvPr>
            <p:ph type="body" idx="1"/>
          </p:nvPr>
        </p:nvSpPr>
        <p:spPr>
          <a:xfrm>
            <a:off x="704088"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A839A7B-97D5-400F-B802-A0FF28FE9F15}"/>
              </a:ext>
            </a:extLst>
          </p:cNvPr>
          <p:cNvSpPr>
            <a:spLocks noGrp="1"/>
          </p:cNvSpPr>
          <p:nvPr>
            <p:ph sz="half" idx="2"/>
          </p:nvPr>
        </p:nvSpPr>
        <p:spPr>
          <a:xfrm>
            <a:off x="704088"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2E0ECA2-DBF1-4681-9DFA-93AFD1B371DB}"/>
              </a:ext>
            </a:extLst>
          </p:cNvPr>
          <p:cNvSpPr>
            <a:spLocks noGrp="1"/>
          </p:cNvSpPr>
          <p:nvPr>
            <p:ph type="body" sz="quarter" idx="3"/>
          </p:nvPr>
        </p:nvSpPr>
        <p:spPr>
          <a:xfrm>
            <a:off x="6181344"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90EBBBB-517F-4ED7-9E51-CF0F7590B4D4}"/>
              </a:ext>
            </a:extLst>
          </p:cNvPr>
          <p:cNvSpPr>
            <a:spLocks noGrp="1"/>
          </p:cNvSpPr>
          <p:nvPr>
            <p:ph sz="quarter" idx="4"/>
          </p:nvPr>
        </p:nvSpPr>
        <p:spPr>
          <a:xfrm>
            <a:off x="6181344"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511B5C7-1E37-478F-B4B0-C7202FFE41B9}"/>
              </a:ext>
            </a:extLst>
          </p:cNvPr>
          <p:cNvSpPr>
            <a:spLocks noGrp="1"/>
          </p:cNvSpPr>
          <p:nvPr>
            <p:ph type="dt" sz="half" idx="10"/>
          </p:nvPr>
        </p:nvSpPr>
        <p:spPr/>
        <p:txBody>
          <a:bodyPr/>
          <a:lstStyle/>
          <a:p>
            <a:fld id="{D0378EFB-9159-4510-B73F-4F0409ADE937}" type="datetime1">
              <a:rPr lang="en-US" smtClean="0"/>
              <a:t>2/5/2026</a:t>
            </a:fld>
            <a:endParaRPr lang="en-US"/>
          </a:p>
        </p:txBody>
      </p:sp>
      <p:sp>
        <p:nvSpPr>
          <p:cNvPr id="8" name="Footer Placeholder 7">
            <a:extLst>
              <a:ext uri="{FF2B5EF4-FFF2-40B4-BE49-F238E27FC236}">
                <a16:creationId xmlns:a16="http://schemas.microsoft.com/office/drawing/2014/main" id="{9153F7EF-507C-4CB3-86C5-8B34FFFC1D86}"/>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58E3DEA6-E4EB-4C2A-8B4F-55EC965B6219}"/>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7070662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32964-A933-4B98-A141-A4B316DAFA9F}"/>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5D684C9D-23DA-42B0-9DD3-7592F72E8DC9}"/>
              </a:ext>
            </a:extLst>
          </p:cNvPr>
          <p:cNvSpPr>
            <a:spLocks noGrp="1"/>
          </p:cNvSpPr>
          <p:nvPr>
            <p:ph type="dt" sz="half" idx="10"/>
          </p:nvPr>
        </p:nvSpPr>
        <p:spPr/>
        <p:txBody>
          <a:bodyPr/>
          <a:lstStyle/>
          <a:p>
            <a:fld id="{89BC9412-2452-4BED-A324-9D8C115361AD}" type="datetime1">
              <a:rPr lang="en-US" smtClean="0"/>
              <a:t>2/5/2026</a:t>
            </a:fld>
            <a:endParaRPr lang="en-US"/>
          </a:p>
        </p:txBody>
      </p:sp>
      <p:sp>
        <p:nvSpPr>
          <p:cNvPr id="4" name="Footer Placeholder 3">
            <a:extLst>
              <a:ext uri="{FF2B5EF4-FFF2-40B4-BE49-F238E27FC236}">
                <a16:creationId xmlns:a16="http://schemas.microsoft.com/office/drawing/2014/main" id="{68BF8F05-876F-49D8-AE30-5BB2A91ECD59}"/>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53D20DA-9260-4577-BB51-789570A243A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6198513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2C1F24-E0A1-45A7-8EF5-92CD9799341C}"/>
              </a:ext>
            </a:extLst>
          </p:cNvPr>
          <p:cNvSpPr>
            <a:spLocks noGrp="1"/>
          </p:cNvSpPr>
          <p:nvPr>
            <p:ph type="dt" sz="half" idx="10"/>
          </p:nvPr>
        </p:nvSpPr>
        <p:spPr/>
        <p:txBody>
          <a:bodyPr/>
          <a:lstStyle/>
          <a:p>
            <a:fld id="{F5318F62-D251-40E8-A23C-F4CFE9FEAB41}" type="datetime1">
              <a:rPr lang="en-US" smtClean="0"/>
              <a:t>2/5/2026</a:t>
            </a:fld>
            <a:endParaRPr lang="en-US"/>
          </a:p>
        </p:txBody>
      </p:sp>
      <p:sp>
        <p:nvSpPr>
          <p:cNvPr id="3" name="Footer Placeholder 2">
            <a:extLst>
              <a:ext uri="{FF2B5EF4-FFF2-40B4-BE49-F238E27FC236}">
                <a16:creationId xmlns:a16="http://schemas.microsoft.com/office/drawing/2014/main" id="{3E021C19-210E-46B0-9036-5D8AECC9260C}"/>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1A880FEF-487E-44DF-8615-DF2210419602}"/>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1616952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568EE-74C8-43A6-90BC-2DDD965CF64A}"/>
              </a:ext>
            </a:extLst>
          </p:cNvPr>
          <p:cNvSpPr>
            <a:spLocks noGrp="1"/>
          </p:cNvSpPr>
          <p:nvPr>
            <p:ph type="title"/>
          </p:nvPr>
        </p:nvSpPr>
        <p:spPr>
          <a:xfrm>
            <a:off x="704088" y="1069848"/>
            <a:ext cx="4093599" cy="1316736"/>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71C35AC-CAE3-48CF-A3E4-A075C9FDD71B}"/>
              </a:ext>
            </a:extLst>
          </p:cNvPr>
          <p:cNvSpPr>
            <a:spLocks noGrp="1"/>
          </p:cNvSpPr>
          <p:nvPr>
            <p:ph idx="1"/>
          </p:nvPr>
        </p:nvSpPr>
        <p:spPr>
          <a:xfrm>
            <a:off x="5183188" y="1069848"/>
            <a:ext cx="6172200" cy="479120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D9D03EA-5FAD-4609-A2B8-624E426847E3}"/>
              </a:ext>
            </a:extLst>
          </p:cNvPr>
          <p:cNvSpPr>
            <a:spLocks noGrp="1"/>
          </p:cNvSpPr>
          <p:nvPr>
            <p:ph type="body" sz="half" idx="2"/>
          </p:nvPr>
        </p:nvSpPr>
        <p:spPr>
          <a:xfrm>
            <a:off x="704088" y="2551176"/>
            <a:ext cx="4093599" cy="331927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58D2EA-2191-4216-B64D-067BDFE12375}"/>
              </a:ext>
            </a:extLst>
          </p:cNvPr>
          <p:cNvSpPr>
            <a:spLocks noGrp="1"/>
          </p:cNvSpPr>
          <p:nvPr>
            <p:ph type="dt" sz="half" idx="10"/>
          </p:nvPr>
        </p:nvSpPr>
        <p:spPr/>
        <p:txBody>
          <a:bodyPr/>
          <a:lstStyle/>
          <a:p>
            <a:fld id="{44F76144-149E-4874-93A5-554A0357CF82}" type="datetime1">
              <a:rPr lang="en-US" smtClean="0"/>
              <a:t>2/5/2026</a:t>
            </a:fld>
            <a:endParaRPr lang="en-US"/>
          </a:p>
        </p:txBody>
      </p:sp>
      <p:sp>
        <p:nvSpPr>
          <p:cNvPr id="6" name="Footer Placeholder 5">
            <a:extLst>
              <a:ext uri="{FF2B5EF4-FFF2-40B4-BE49-F238E27FC236}">
                <a16:creationId xmlns:a16="http://schemas.microsoft.com/office/drawing/2014/main" id="{78042128-DAB4-481C-BEE6-3523E8E88BA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E50E382-C500-4A4C-A7C6-43860383AB91}"/>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41210322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FE98B-EACF-4251-A8AF-0D9EDD17C664}"/>
              </a:ext>
            </a:extLst>
          </p:cNvPr>
          <p:cNvSpPr>
            <a:spLocks noGrp="1"/>
          </p:cNvSpPr>
          <p:nvPr>
            <p:ph type="title"/>
          </p:nvPr>
        </p:nvSpPr>
        <p:spPr>
          <a:xfrm>
            <a:off x="704088" y="1066800"/>
            <a:ext cx="4103431" cy="1317523"/>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905F473-761A-4002-AF70-9FF878D0139E}"/>
              </a:ext>
            </a:extLst>
          </p:cNvPr>
          <p:cNvSpPr>
            <a:spLocks noGrp="1"/>
          </p:cNvSpPr>
          <p:nvPr>
            <p:ph type="pic" idx="1"/>
          </p:nvPr>
        </p:nvSpPr>
        <p:spPr>
          <a:xfrm>
            <a:off x="5183188" y="1066800"/>
            <a:ext cx="6172200" cy="47942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FA0C2E6A-F834-4540-BB00-E13CB45DC362}"/>
              </a:ext>
            </a:extLst>
          </p:cNvPr>
          <p:cNvSpPr>
            <a:spLocks noGrp="1"/>
          </p:cNvSpPr>
          <p:nvPr>
            <p:ph type="body" sz="half" idx="2"/>
          </p:nvPr>
        </p:nvSpPr>
        <p:spPr>
          <a:xfrm>
            <a:off x="704088" y="2552700"/>
            <a:ext cx="4103431" cy="33162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C38EAB-AD63-415C-B263-BA1D8FBE3CB0}"/>
              </a:ext>
            </a:extLst>
          </p:cNvPr>
          <p:cNvSpPr>
            <a:spLocks noGrp="1"/>
          </p:cNvSpPr>
          <p:nvPr>
            <p:ph type="dt" sz="half" idx="10"/>
          </p:nvPr>
        </p:nvSpPr>
        <p:spPr/>
        <p:txBody>
          <a:bodyPr/>
          <a:lstStyle/>
          <a:p>
            <a:fld id="{50BA65D8-0540-4835-AE5C-25D29DBA01BE}" type="datetime1">
              <a:rPr lang="en-US" smtClean="0"/>
              <a:t>2/5/2026</a:t>
            </a:fld>
            <a:endParaRPr lang="en-US"/>
          </a:p>
        </p:txBody>
      </p:sp>
      <p:sp>
        <p:nvSpPr>
          <p:cNvPr id="6" name="Footer Placeholder 5">
            <a:extLst>
              <a:ext uri="{FF2B5EF4-FFF2-40B4-BE49-F238E27FC236}">
                <a16:creationId xmlns:a16="http://schemas.microsoft.com/office/drawing/2014/main" id="{422E5541-B6DE-45E8-BCFE-0DFC4F57407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BB78D45-289B-46AF-8CB9-E6150BEA17ED}"/>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41201475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359C1-C098-4BF4-A55D-782F4E606B8A}"/>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3D343C7E-1E8B-4D38-9B81-1AA2A8978E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8A70B00-53AE-4D3F-91BE-A8D789ED9864}"/>
              </a:ext>
            </a:extLst>
          </p:cNvPr>
          <p:cNvSpPr>
            <a:spLocks noGrp="1"/>
          </p:cNvSpPr>
          <p:nvPr>
            <p:ph type="dt" sz="half" idx="10"/>
          </p:nvPr>
        </p:nvSpPr>
        <p:spPr/>
        <p:txBody>
          <a:bodyPr/>
          <a:lstStyle/>
          <a:p>
            <a:fld id="{EC3C8B9C-477D-492A-96AD-1FC2CC997A73}" type="datetime1">
              <a:rPr lang="en-US" smtClean="0"/>
              <a:t>2/5/2026</a:t>
            </a:fld>
            <a:endParaRPr lang="en-US"/>
          </a:p>
        </p:txBody>
      </p:sp>
      <p:sp>
        <p:nvSpPr>
          <p:cNvPr id="5" name="Footer Placeholder 4">
            <a:extLst>
              <a:ext uri="{FF2B5EF4-FFF2-40B4-BE49-F238E27FC236}">
                <a16:creationId xmlns:a16="http://schemas.microsoft.com/office/drawing/2014/main" id="{06647FC7-8124-4F70-A849-B6BCC5189CC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47CEBE4-50DC-47DB-B699-CCC024336C9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3172547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418279-D3B8-4C6A-AB74-9DE377771270}"/>
              </a:ext>
            </a:extLst>
          </p:cNvPr>
          <p:cNvSpPr>
            <a:spLocks noGrp="1"/>
          </p:cNvSpPr>
          <p:nvPr>
            <p:ph type="title" orient="vert"/>
          </p:nvPr>
        </p:nvSpPr>
        <p:spPr>
          <a:xfrm>
            <a:off x="9242322" y="997974"/>
            <a:ext cx="2349043" cy="498495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E28F733C-9309-4197-BACA-207CDC8935C9}"/>
              </a:ext>
            </a:extLst>
          </p:cNvPr>
          <p:cNvSpPr>
            <a:spLocks noGrp="1"/>
          </p:cNvSpPr>
          <p:nvPr>
            <p:ph type="body" orient="vert" idx="1"/>
          </p:nvPr>
        </p:nvSpPr>
        <p:spPr>
          <a:xfrm>
            <a:off x="768927" y="997973"/>
            <a:ext cx="8473395" cy="498495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6ACD4D0-5BE6-412D-B08B-5DFFD593513E}"/>
              </a:ext>
            </a:extLst>
          </p:cNvPr>
          <p:cNvSpPr>
            <a:spLocks noGrp="1"/>
          </p:cNvSpPr>
          <p:nvPr>
            <p:ph type="dt" sz="half" idx="10"/>
          </p:nvPr>
        </p:nvSpPr>
        <p:spPr/>
        <p:txBody>
          <a:bodyPr/>
          <a:lstStyle/>
          <a:p>
            <a:fld id="{42D3AED5-E26D-4E29-B1B3-7847B6779594}" type="datetime1">
              <a:rPr lang="en-US" smtClean="0"/>
              <a:t>2/5/2026</a:t>
            </a:fld>
            <a:endParaRPr lang="en-US"/>
          </a:p>
        </p:txBody>
      </p:sp>
      <p:sp>
        <p:nvSpPr>
          <p:cNvPr id="5" name="Footer Placeholder 4">
            <a:extLst>
              <a:ext uri="{FF2B5EF4-FFF2-40B4-BE49-F238E27FC236}">
                <a16:creationId xmlns:a16="http://schemas.microsoft.com/office/drawing/2014/main" id="{55021651-B786-4A39-A10F-F5231D0A2C5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4504D2D-9379-40DE-9F45-3004BE54F16B}"/>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590440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A362AC-B59F-4AC7-B279-57DDD5336BCA}"/>
              </a:ext>
            </a:extLst>
          </p:cNvPr>
          <p:cNvSpPr>
            <a:spLocks noGrp="1"/>
          </p:cNvSpPr>
          <p:nvPr>
            <p:ph type="title"/>
          </p:nvPr>
        </p:nvSpPr>
        <p:spPr>
          <a:xfrm>
            <a:off x="700635" y="914400"/>
            <a:ext cx="10691265" cy="130759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E6042DB-75BD-4EC1-B6D9-8A72EF940CAA}"/>
              </a:ext>
            </a:extLst>
          </p:cNvPr>
          <p:cNvSpPr>
            <a:spLocks noGrp="1"/>
          </p:cNvSpPr>
          <p:nvPr>
            <p:ph type="body" idx="1"/>
          </p:nvPr>
        </p:nvSpPr>
        <p:spPr>
          <a:xfrm>
            <a:off x="700635" y="2221992"/>
            <a:ext cx="10691265" cy="373989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1DD1378-7C96-4079-B44C-3D86B4657596}"/>
              </a:ext>
            </a:extLst>
          </p:cNvPr>
          <p:cNvSpPr>
            <a:spLocks noGrp="1"/>
          </p:cNvSpPr>
          <p:nvPr>
            <p:ph type="dt" sz="half" idx="2"/>
          </p:nvPr>
        </p:nvSpPr>
        <p:spPr>
          <a:xfrm>
            <a:off x="8369448" y="6356350"/>
            <a:ext cx="2549564" cy="365125"/>
          </a:xfrm>
          <a:prstGeom prst="rect">
            <a:avLst/>
          </a:prstGeom>
        </p:spPr>
        <p:txBody>
          <a:bodyPr vert="horz" lIns="91440" tIns="45720" rIns="91440" bIns="45720" rtlCol="0" anchor="ctr"/>
          <a:lstStyle>
            <a:lvl1pPr algn="r">
              <a:defRPr sz="1050">
                <a:solidFill>
                  <a:schemeClr val="tx1"/>
                </a:solidFill>
                <a:latin typeface="+mj-lt"/>
              </a:defRPr>
            </a:lvl1pPr>
          </a:lstStyle>
          <a:p>
            <a:fld id="{E31BA835-12AC-4E8F-955A-EA3F4DE2791F}" type="datetime1">
              <a:rPr lang="en-US" smtClean="0"/>
              <a:t>2/5/2026</a:t>
            </a:fld>
            <a:endParaRPr lang="en-US"/>
          </a:p>
        </p:txBody>
      </p:sp>
      <p:sp>
        <p:nvSpPr>
          <p:cNvPr id="5" name="Footer Placeholder 4">
            <a:extLst>
              <a:ext uri="{FF2B5EF4-FFF2-40B4-BE49-F238E27FC236}">
                <a16:creationId xmlns:a16="http://schemas.microsoft.com/office/drawing/2014/main" id="{D19B6B78-577F-43F5-BAEE-BF72484C9850}"/>
              </a:ext>
            </a:extLst>
          </p:cNvPr>
          <p:cNvSpPr>
            <a:spLocks noGrp="1"/>
          </p:cNvSpPr>
          <p:nvPr>
            <p:ph type="ftr" sz="quarter" idx="3"/>
          </p:nvPr>
        </p:nvSpPr>
        <p:spPr>
          <a:xfrm>
            <a:off x="704088" y="6356350"/>
            <a:ext cx="4539727" cy="365125"/>
          </a:xfrm>
          <a:prstGeom prst="rect">
            <a:avLst/>
          </a:prstGeom>
        </p:spPr>
        <p:txBody>
          <a:bodyPr vert="horz" lIns="91440" tIns="45720" rIns="91440" bIns="45720" rtlCol="0" anchor="ctr"/>
          <a:lstStyle>
            <a:lvl1pPr algn="l">
              <a:defRPr sz="1050">
                <a:solidFill>
                  <a:schemeClr val="tx1"/>
                </a:solidFill>
                <a:latin typeface="+mj-lt"/>
              </a:defRPr>
            </a:lvl1pPr>
          </a:lstStyle>
          <a:p>
            <a:endParaRPr lang="en-US" dirty="0"/>
          </a:p>
        </p:txBody>
      </p:sp>
      <p:sp>
        <p:nvSpPr>
          <p:cNvPr id="6" name="Slide Number Placeholder 5">
            <a:extLst>
              <a:ext uri="{FF2B5EF4-FFF2-40B4-BE49-F238E27FC236}">
                <a16:creationId xmlns:a16="http://schemas.microsoft.com/office/drawing/2014/main" id="{A8CC75B8-AF8F-4D8A-9B3D-D1951A64BADB}"/>
              </a:ext>
            </a:extLst>
          </p:cNvPr>
          <p:cNvSpPr>
            <a:spLocks noGrp="1"/>
          </p:cNvSpPr>
          <p:nvPr>
            <p:ph type="sldNum" sz="quarter" idx="4"/>
          </p:nvPr>
        </p:nvSpPr>
        <p:spPr>
          <a:xfrm>
            <a:off x="10919012" y="6356350"/>
            <a:ext cx="672354" cy="365125"/>
          </a:xfrm>
          <a:prstGeom prst="rect">
            <a:avLst/>
          </a:prstGeom>
        </p:spPr>
        <p:txBody>
          <a:bodyPr vert="horz" lIns="91440" tIns="45720" rIns="91440" bIns="45720" rtlCol="0" anchor="ctr"/>
          <a:lstStyle>
            <a:lvl1pPr algn="r">
              <a:defRPr sz="1800">
                <a:solidFill>
                  <a:schemeClr val="tx1"/>
                </a:solidFill>
              </a:defRPr>
            </a:lvl1pPr>
          </a:lstStyle>
          <a:p>
            <a:fld id="{87E7843D-FF13-4365-9478-9625B70A2705}" type="slidenum">
              <a:rPr lang="en-US" smtClean="0"/>
              <a:t>‹#›</a:t>
            </a:fld>
            <a:endParaRPr lang="en-US"/>
          </a:p>
        </p:txBody>
      </p:sp>
      <p:cxnSp>
        <p:nvCxnSpPr>
          <p:cNvPr id="7" name="Straight Connector 6">
            <a:extLst>
              <a:ext uri="{FF2B5EF4-FFF2-40B4-BE49-F238E27FC236}">
                <a16:creationId xmlns:a16="http://schemas.microsoft.com/office/drawing/2014/main" id="{F64F9B95-9045-48D2-B9F3-2927E98F54AA}"/>
              </a:ext>
            </a:extLst>
          </p:cNvPr>
          <p:cNvCxnSpPr>
            <a:cxnSpLocks/>
          </p:cNvCxnSpPr>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85AA86F-6A4D-4BCB-A045-D992CDC2959B}"/>
              </a:ext>
            </a:extLst>
          </p:cNvPr>
          <p:cNvCxnSpPr>
            <a:cxnSpLocks/>
          </p:cNvCxnSpPr>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89883550"/>
      </p:ext>
    </p:extLst>
  </p:cSld>
  <p:clrMap bg1="lt1" tx1="dk1" bg2="lt2" tx2="dk2" accent1="accent1" accent2="accent2" accent3="accent3" accent4="accent4" accent5="accent5" accent6="accent6" hlink="hlink" folHlink="folHlink"/>
  <p:sldLayoutIdLst>
    <p:sldLayoutId id="2147483706" r:id="rId1"/>
    <p:sldLayoutId id="2147483707" r:id="rId2"/>
    <p:sldLayoutId id="2147483708" r:id="rId3"/>
    <p:sldLayoutId id="2147483709" r:id="rId4"/>
    <p:sldLayoutId id="2147483710" r:id="rId5"/>
    <p:sldLayoutId id="2147483704" r:id="rId6"/>
    <p:sldLayoutId id="2147483700" r:id="rId7"/>
    <p:sldLayoutId id="2147483701" r:id="rId8"/>
    <p:sldLayoutId id="2147483702" r:id="rId9"/>
    <p:sldLayoutId id="2147483703" r:id="rId10"/>
    <p:sldLayoutId id="2147483705" r:id="rId11"/>
  </p:sldLayoutIdLst>
  <p:hf sldNum="0" hdr="0" ftr="0" dt="0"/>
  <p:txStyles>
    <p:titleStyle>
      <a:lvl1pPr algn="l" defTabSz="914400" rtl="0" eaLnBrk="1" latinLnBrk="0" hangingPunct="1">
        <a:lnSpc>
          <a:spcPct val="100000"/>
        </a:lnSpc>
        <a:spcBef>
          <a:spcPct val="0"/>
        </a:spcBef>
        <a:buNone/>
        <a:defRPr sz="4000" kern="1200" cap="all" spc="30" baseline="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EF92653-5D6D-47E6-8744-0DAF76E049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714616" y="2485103"/>
            <a:ext cx="9038433" cy="3269590"/>
          </a:xfrm>
        </p:spPr>
        <p:txBody>
          <a:bodyPr anchor="b">
            <a:normAutofit/>
          </a:bodyPr>
          <a:lstStyle/>
          <a:p>
            <a:r>
              <a:rPr lang="en-US" sz="6600" dirty="0"/>
              <a:t>Math Project Group A</a:t>
            </a:r>
          </a:p>
        </p:txBody>
      </p:sp>
      <p:sp>
        <p:nvSpPr>
          <p:cNvPr id="3" name="Subtitle 2"/>
          <p:cNvSpPr>
            <a:spLocks noGrp="1"/>
          </p:cNvSpPr>
          <p:nvPr>
            <p:ph type="subTitle" idx="1"/>
          </p:nvPr>
        </p:nvSpPr>
        <p:spPr>
          <a:xfrm>
            <a:off x="723900" y="1184470"/>
            <a:ext cx="8855529" cy="1011050"/>
          </a:xfrm>
        </p:spPr>
        <p:txBody>
          <a:bodyPr anchor="t">
            <a:normAutofit/>
          </a:bodyPr>
          <a:lstStyle/>
          <a:p>
            <a:r>
              <a:rPr lang="en-US" dirty="0"/>
              <a:t>Made by members of Group A, a project on brick price estimation.</a:t>
            </a:r>
          </a:p>
        </p:txBody>
      </p:sp>
      <p:cxnSp>
        <p:nvCxnSpPr>
          <p:cNvPr id="10" name="Straight Connector 9">
            <a:extLst>
              <a:ext uri="{FF2B5EF4-FFF2-40B4-BE49-F238E27FC236}">
                <a16:creationId xmlns:a16="http://schemas.microsoft.com/office/drawing/2014/main" id="{9CA98CE3-81A7-4FFE-A047-9AA65998D87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18D91C2B-BDB9-49BE-9C44-E0CFE597ABF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34100"/>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985722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DEF92653-5D6D-47E6-8744-0DAF76E049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E9121D9-D5EC-B9BE-F495-E12AAB5EEF19}"/>
              </a:ext>
            </a:extLst>
          </p:cNvPr>
          <p:cNvSpPr>
            <a:spLocks noGrp="1"/>
          </p:cNvSpPr>
          <p:nvPr>
            <p:ph type="title"/>
          </p:nvPr>
        </p:nvSpPr>
        <p:spPr>
          <a:xfrm>
            <a:off x="753197" y="1026087"/>
            <a:ext cx="10283452" cy="1180030"/>
          </a:xfrm>
        </p:spPr>
        <p:txBody>
          <a:bodyPr vert="horz" lIns="91440" tIns="45720" rIns="91440" bIns="45720" rtlCol="0" anchor="t">
            <a:normAutofit/>
          </a:bodyPr>
          <a:lstStyle/>
          <a:p>
            <a:r>
              <a:rPr lang="en-US" sz="6600" dirty="0"/>
              <a:t>To do:</a:t>
            </a:r>
          </a:p>
        </p:txBody>
      </p:sp>
      <p:cxnSp>
        <p:nvCxnSpPr>
          <p:cNvPr id="14" name="Straight Connector 13">
            <a:extLst>
              <a:ext uri="{FF2B5EF4-FFF2-40B4-BE49-F238E27FC236}">
                <a16:creationId xmlns:a16="http://schemas.microsoft.com/office/drawing/2014/main" id="{9CA98CE3-81A7-4FFE-A047-9AA65998D87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18D91C2B-BDB9-49BE-9C44-E0CFE597ABF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34100"/>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87037250-B6B1-455A-F064-90EB0A5FB7A0}"/>
              </a:ext>
            </a:extLst>
          </p:cNvPr>
          <p:cNvSpPr txBox="1"/>
          <p:nvPr/>
        </p:nvSpPr>
        <p:spPr>
          <a:xfrm>
            <a:off x="752354" y="2551253"/>
            <a:ext cx="10696936" cy="138499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dirty="0"/>
              <a:t>Find total price of the amount of bricks used in the new building of KMGSS Sector 2, </a:t>
            </a:r>
            <a:r>
              <a:rPr lang="en-US" sz="2800" dirty="0" err="1"/>
              <a:t>inculding</a:t>
            </a:r>
            <a:r>
              <a:rPr lang="en-US" sz="2800" dirty="0"/>
              <a:t> only the classrooms, washrooms and stairway walls.</a:t>
            </a:r>
          </a:p>
        </p:txBody>
      </p:sp>
    </p:spTree>
    <p:extLst>
      <p:ext uri="{BB962C8B-B14F-4D97-AF65-F5344CB8AC3E}">
        <p14:creationId xmlns:p14="http://schemas.microsoft.com/office/powerpoint/2010/main" val="334965320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DB8BC50-4868-0F4E-D73C-1CB612BA3779}"/>
            </a:ext>
          </a:extLst>
        </p:cNvPr>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690F4D0D-B337-B0B4-915B-27014370E41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F940D71-4BAF-822C-09FC-644644619F6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81D36C8B-34A9-6EED-85A7-C8CDDF9F7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B8391C9-20E7-9146-5CF8-9FD6B2F0F683}"/>
              </a:ext>
            </a:extLst>
          </p:cNvPr>
          <p:cNvSpPr>
            <a:spLocks noGrp="1"/>
          </p:cNvSpPr>
          <p:nvPr>
            <p:ph type="title"/>
          </p:nvPr>
        </p:nvSpPr>
        <p:spPr>
          <a:xfrm>
            <a:off x="753197" y="1026087"/>
            <a:ext cx="10283452" cy="1180030"/>
          </a:xfrm>
        </p:spPr>
        <p:txBody>
          <a:bodyPr vert="horz" lIns="91440" tIns="45720" rIns="91440" bIns="45720" rtlCol="0" anchor="t">
            <a:normAutofit/>
          </a:bodyPr>
          <a:lstStyle/>
          <a:p>
            <a:r>
              <a:rPr lang="en-US" sz="6600" dirty="0"/>
              <a:t>Method:</a:t>
            </a:r>
          </a:p>
        </p:txBody>
      </p:sp>
      <p:cxnSp>
        <p:nvCxnSpPr>
          <p:cNvPr id="14" name="Straight Connector 13">
            <a:extLst>
              <a:ext uri="{FF2B5EF4-FFF2-40B4-BE49-F238E27FC236}">
                <a16:creationId xmlns:a16="http://schemas.microsoft.com/office/drawing/2014/main" id="{6D32F827-29AB-E5AC-3C8A-3E2B76C4BD3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6CAA1A9E-80FC-639E-01AF-783F3665519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34100"/>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9C4388B5-D7A1-F2D6-D045-DA07CC1A71B8}"/>
              </a:ext>
            </a:extLst>
          </p:cNvPr>
          <p:cNvSpPr txBox="1"/>
          <p:nvPr/>
        </p:nvSpPr>
        <p:spPr>
          <a:xfrm>
            <a:off x="752354" y="2551253"/>
            <a:ext cx="10696936" cy="224676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dirty="0"/>
              <a:t>In order to find the total cost of the bricks used in such building, the total volume of walls in the building excluding doors, windows, floor and ceiling are divided by the volume of a single brick. After finding the number of bricks, the price of RS.13 per brick is to be calculated to find the total cost.</a:t>
            </a:r>
            <a:endParaRPr lang="en-US" dirty="0"/>
          </a:p>
        </p:txBody>
      </p:sp>
    </p:spTree>
    <p:extLst>
      <p:ext uri="{BB962C8B-B14F-4D97-AF65-F5344CB8AC3E}">
        <p14:creationId xmlns:p14="http://schemas.microsoft.com/office/powerpoint/2010/main" val="45321816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20330A0-C794-F24F-9254-B64379610024}"/>
            </a:ext>
          </a:extLst>
        </p:cNvPr>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3805DC70-8560-3E3E-F8DC-3F8E81F5265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2B0CA574-A064-FA38-1711-957361D41B9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A7992994-50D1-13EF-AEB5-49CAB0B9B5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8955C72-8B23-81D7-3919-4D600138D5E1}"/>
              </a:ext>
            </a:extLst>
          </p:cNvPr>
          <p:cNvSpPr>
            <a:spLocks noGrp="1"/>
          </p:cNvSpPr>
          <p:nvPr>
            <p:ph type="title"/>
          </p:nvPr>
        </p:nvSpPr>
        <p:spPr>
          <a:xfrm>
            <a:off x="753197" y="1026087"/>
            <a:ext cx="10283452" cy="1180030"/>
          </a:xfrm>
        </p:spPr>
        <p:txBody>
          <a:bodyPr vert="horz" lIns="91440" tIns="45720" rIns="91440" bIns="45720" rtlCol="0" anchor="t">
            <a:normAutofit/>
          </a:bodyPr>
          <a:lstStyle/>
          <a:p>
            <a:r>
              <a:rPr lang="en-US" sz="6600" dirty="0"/>
              <a:t>Visualize:</a:t>
            </a:r>
          </a:p>
        </p:txBody>
      </p:sp>
      <p:cxnSp>
        <p:nvCxnSpPr>
          <p:cNvPr id="14" name="Straight Connector 13">
            <a:extLst>
              <a:ext uri="{FF2B5EF4-FFF2-40B4-BE49-F238E27FC236}">
                <a16:creationId xmlns:a16="http://schemas.microsoft.com/office/drawing/2014/main" id="{B4E6EBA9-CAC5-141B-B479-EF98B351B90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D1B82B2E-D01F-48A1-3DC0-56B9F8E2029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34100"/>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340DE3BC-D861-F705-9BF5-C1A914AB234B}"/>
              </a:ext>
            </a:extLst>
          </p:cNvPr>
          <p:cNvPicPr>
            <a:picLocks noChangeAspect="1"/>
          </p:cNvPicPr>
          <p:nvPr/>
        </p:nvPicPr>
        <p:blipFill>
          <a:blip r:embed="rId2"/>
          <a:stretch>
            <a:fillRect/>
          </a:stretch>
        </p:blipFill>
        <p:spPr>
          <a:xfrm>
            <a:off x="754124" y="2681468"/>
            <a:ext cx="3453115" cy="3453115"/>
          </a:xfrm>
          <a:prstGeom prst="rect">
            <a:avLst/>
          </a:prstGeom>
        </p:spPr>
      </p:pic>
      <p:pic>
        <p:nvPicPr>
          <p:cNvPr id="13" name="Picture 12">
            <a:extLst>
              <a:ext uri="{FF2B5EF4-FFF2-40B4-BE49-F238E27FC236}">
                <a16:creationId xmlns:a16="http://schemas.microsoft.com/office/drawing/2014/main" id="{7314608C-516E-E498-C293-29FF27838B32}"/>
              </a:ext>
            </a:extLst>
          </p:cNvPr>
          <p:cNvPicPr>
            <a:picLocks noChangeAspect="1"/>
          </p:cNvPicPr>
          <p:nvPr/>
        </p:nvPicPr>
        <p:blipFill>
          <a:blip r:embed="rId3"/>
          <a:stretch>
            <a:fillRect/>
          </a:stretch>
        </p:blipFill>
        <p:spPr>
          <a:xfrm>
            <a:off x="4207131" y="2556076"/>
            <a:ext cx="3578508" cy="3578508"/>
          </a:xfrm>
          <a:prstGeom prst="rect">
            <a:avLst/>
          </a:prstGeom>
        </p:spPr>
      </p:pic>
      <p:pic>
        <p:nvPicPr>
          <p:cNvPr id="15" name="Picture 14" descr="A logo with a black background&#10;&#10;AI-generated content may be incorrect.">
            <a:extLst>
              <a:ext uri="{FF2B5EF4-FFF2-40B4-BE49-F238E27FC236}">
                <a16:creationId xmlns:a16="http://schemas.microsoft.com/office/drawing/2014/main" id="{27F49BF2-57FF-79A3-3395-B21DA1002744}"/>
              </a:ext>
            </a:extLst>
          </p:cNvPr>
          <p:cNvPicPr>
            <a:picLocks noChangeAspect="1"/>
          </p:cNvPicPr>
          <p:nvPr/>
        </p:nvPicPr>
        <p:blipFill>
          <a:blip r:embed="rId4"/>
          <a:stretch>
            <a:fillRect/>
          </a:stretch>
        </p:blipFill>
        <p:spPr>
          <a:xfrm>
            <a:off x="7785637" y="2507848"/>
            <a:ext cx="3578508" cy="3578508"/>
          </a:xfrm>
          <a:prstGeom prst="rect">
            <a:avLst/>
          </a:prstGeom>
        </p:spPr>
      </p:pic>
      <p:sp>
        <p:nvSpPr>
          <p:cNvPr id="17" name="TextBox 16">
            <a:extLst>
              <a:ext uri="{FF2B5EF4-FFF2-40B4-BE49-F238E27FC236}">
                <a16:creationId xmlns:a16="http://schemas.microsoft.com/office/drawing/2014/main" id="{729867E7-7454-7E0F-6D3C-0C575F5EF49F}"/>
              </a:ext>
            </a:extLst>
          </p:cNvPr>
          <p:cNvSpPr txBox="1"/>
          <p:nvPr/>
        </p:nvSpPr>
        <p:spPr>
          <a:xfrm>
            <a:off x="1630102" y="3033532"/>
            <a:ext cx="1909824"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t>CLASS ROOM</a:t>
            </a:r>
          </a:p>
        </p:txBody>
      </p:sp>
      <p:sp>
        <p:nvSpPr>
          <p:cNvPr id="18" name="TextBox 17">
            <a:extLst>
              <a:ext uri="{FF2B5EF4-FFF2-40B4-BE49-F238E27FC236}">
                <a16:creationId xmlns:a16="http://schemas.microsoft.com/office/drawing/2014/main" id="{BDB495D9-7EFE-9F29-3DC1-8B0ED69BE702}"/>
              </a:ext>
            </a:extLst>
          </p:cNvPr>
          <p:cNvSpPr txBox="1"/>
          <p:nvPr/>
        </p:nvSpPr>
        <p:spPr>
          <a:xfrm>
            <a:off x="5141089" y="2937076"/>
            <a:ext cx="204486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t>WASH ROOMS</a:t>
            </a:r>
          </a:p>
        </p:txBody>
      </p:sp>
      <p:sp>
        <p:nvSpPr>
          <p:cNvPr id="19" name="TextBox 18">
            <a:extLst>
              <a:ext uri="{FF2B5EF4-FFF2-40B4-BE49-F238E27FC236}">
                <a16:creationId xmlns:a16="http://schemas.microsoft.com/office/drawing/2014/main" id="{548848B6-9A2D-6501-982B-54FCA1E0120A}"/>
              </a:ext>
            </a:extLst>
          </p:cNvPr>
          <p:cNvSpPr txBox="1"/>
          <p:nvPr/>
        </p:nvSpPr>
        <p:spPr>
          <a:xfrm>
            <a:off x="8873924" y="2937075"/>
            <a:ext cx="1668684"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t>STAIR WAY</a:t>
            </a:r>
          </a:p>
        </p:txBody>
      </p:sp>
    </p:spTree>
    <p:extLst>
      <p:ext uri="{BB962C8B-B14F-4D97-AF65-F5344CB8AC3E}">
        <p14:creationId xmlns:p14="http://schemas.microsoft.com/office/powerpoint/2010/main" val="405332909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D333A2C-8ED1-CED0-6290-F84843415C24}"/>
            </a:ext>
          </a:extLst>
        </p:cNvPr>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3BC53F64-740F-4709-87DE-9D8AE3FC23F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29D851A8-F0CF-6C92-E2EB-74215F198A4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B54CAA1C-603E-C768-F012-2D802A02CD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9C200E2-9534-5120-D4C1-25FB109D8C2E}"/>
              </a:ext>
            </a:extLst>
          </p:cNvPr>
          <p:cNvSpPr>
            <a:spLocks noGrp="1"/>
          </p:cNvSpPr>
          <p:nvPr>
            <p:ph type="title"/>
          </p:nvPr>
        </p:nvSpPr>
        <p:spPr>
          <a:xfrm>
            <a:off x="753197" y="1026087"/>
            <a:ext cx="10283452" cy="1180030"/>
          </a:xfrm>
        </p:spPr>
        <p:txBody>
          <a:bodyPr vert="horz" lIns="91440" tIns="45720" rIns="91440" bIns="45720" rtlCol="0" anchor="t">
            <a:normAutofit/>
          </a:bodyPr>
          <a:lstStyle/>
          <a:p>
            <a:r>
              <a:rPr lang="en-US" sz="6600" dirty="0"/>
              <a:t>CLASS ROOM:</a:t>
            </a:r>
            <a:endParaRPr lang="en-US" dirty="0"/>
          </a:p>
        </p:txBody>
      </p:sp>
      <p:cxnSp>
        <p:nvCxnSpPr>
          <p:cNvPr id="14" name="Straight Connector 13">
            <a:extLst>
              <a:ext uri="{FF2B5EF4-FFF2-40B4-BE49-F238E27FC236}">
                <a16:creationId xmlns:a16="http://schemas.microsoft.com/office/drawing/2014/main" id="{C143205C-6B13-2726-28DB-4B2CBE77F3B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CED87E16-BD0A-DB54-57AB-C9D0024D3A2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34100"/>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98A87679-6B80-8295-FA01-2506AAEB2BC4}"/>
              </a:ext>
            </a:extLst>
          </p:cNvPr>
          <p:cNvSpPr txBox="1"/>
          <p:nvPr/>
        </p:nvSpPr>
        <p:spPr>
          <a:xfrm>
            <a:off x="800581" y="2551253"/>
            <a:ext cx="2720051" cy="298543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dirty="0"/>
              <a:t>Measurements:</a:t>
            </a:r>
            <a:br>
              <a:rPr lang="en-US" sz="2800" dirty="0"/>
            </a:br>
            <a:r>
              <a:rPr lang="en-US" sz="2000" dirty="0"/>
              <a:t>Length:</a:t>
            </a:r>
            <a:br>
              <a:rPr lang="en-US" sz="2000" dirty="0"/>
            </a:br>
            <a:r>
              <a:rPr lang="en-US" sz="2000" dirty="0"/>
              <a:t>Breadth:</a:t>
            </a:r>
            <a:br>
              <a:rPr lang="en-US" sz="2000" dirty="0"/>
            </a:br>
            <a:r>
              <a:rPr lang="en-US" sz="2000" dirty="0"/>
              <a:t>Height:</a:t>
            </a:r>
            <a:br>
              <a:rPr lang="en-US" sz="2000" dirty="0"/>
            </a:br>
            <a:r>
              <a:rPr lang="en-US" sz="2000" dirty="0"/>
              <a:t>Thickness of Wall:</a:t>
            </a:r>
            <a:endParaRPr lang="en-US"/>
          </a:p>
          <a:p>
            <a:r>
              <a:rPr lang="en-US" sz="2000" dirty="0"/>
              <a:t>Length of window:</a:t>
            </a:r>
            <a:br>
              <a:rPr lang="en-US" sz="2000" dirty="0"/>
            </a:br>
            <a:r>
              <a:rPr lang="en-US" sz="2000" dirty="0"/>
              <a:t>Breadth of window:</a:t>
            </a:r>
            <a:br>
              <a:rPr lang="en-US" sz="2000" dirty="0"/>
            </a:br>
            <a:r>
              <a:rPr lang="en-US" sz="2000" dirty="0"/>
              <a:t>Length of door:</a:t>
            </a:r>
            <a:br>
              <a:rPr lang="en-US" sz="2000" dirty="0"/>
            </a:br>
            <a:r>
              <a:rPr lang="en-US" sz="2000" dirty="0"/>
              <a:t>Breadth of door:</a:t>
            </a:r>
            <a:endParaRPr lang="en-US"/>
          </a:p>
        </p:txBody>
      </p:sp>
      <p:sp>
        <p:nvSpPr>
          <p:cNvPr id="3" name="TextBox 2">
            <a:extLst>
              <a:ext uri="{FF2B5EF4-FFF2-40B4-BE49-F238E27FC236}">
                <a16:creationId xmlns:a16="http://schemas.microsoft.com/office/drawing/2014/main" id="{AA80B180-AFF3-D95F-C240-ACAF9F838D8C}"/>
              </a:ext>
            </a:extLst>
          </p:cNvPr>
          <p:cNvSpPr txBox="1"/>
          <p:nvPr/>
        </p:nvSpPr>
        <p:spPr>
          <a:xfrm>
            <a:off x="4562354" y="4043938"/>
            <a:ext cx="5092861"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cs typeface="Segoe UI"/>
              </a:rPr>
              <a:t>Total volume of walls excluding doors and windows:</a:t>
            </a:r>
          </a:p>
        </p:txBody>
      </p:sp>
      <p:sp>
        <p:nvSpPr>
          <p:cNvPr id="5" name="TextBox 4">
            <a:extLst>
              <a:ext uri="{FF2B5EF4-FFF2-40B4-BE49-F238E27FC236}">
                <a16:creationId xmlns:a16="http://schemas.microsoft.com/office/drawing/2014/main" id="{960AB855-3950-1BC4-C3F0-D99DE05D974A}"/>
              </a:ext>
            </a:extLst>
          </p:cNvPr>
          <p:cNvSpPr txBox="1"/>
          <p:nvPr/>
        </p:nvSpPr>
        <p:spPr>
          <a:xfrm>
            <a:off x="4562354" y="3401650"/>
            <a:ext cx="446589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rgbClr val="FFFFFF"/>
                </a:solidFill>
                <a:latin typeface="Calisto MT"/>
              </a:rPr>
              <a:t>=</a:t>
            </a:r>
            <a:r>
              <a:rPr lang="en-US" dirty="0">
                <a:latin typeface="Calisto MT"/>
              </a:rPr>
              <a:t> ~total volume~</a:t>
            </a:r>
            <a:endParaRPr lang="en-US" dirty="0"/>
          </a:p>
        </p:txBody>
      </p:sp>
      <p:sp>
        <p:nvSpPr>
          <p:cNvPr id="6" name="TextBox 5">
            <a:extLst>
              <a:ext uri="{FF2B5EF4-FFF2-40B4-BE49-F238E27FC236}">
                <a16:creationId xmlns:a16="http://schemas.microsoft.com/office/drawing/2014/main" id="{894FE676-0A44-4072-C1B1-C0768D088542}"/>
              </a:ext>
            </a:extLst>
          </p:cNvPr>
          <p:cNvSpPr txBox="1"/>
          <p:nvPr/>
        </p:nvSpPr>
        <p:spPr>
          <a:xfrm>
            <a:off x="4613091" y="2550399"/>
            <a:ext cx="4988478"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solidFill>
                  <a:srgbClr val="FFFFFF"/>
                </a:solidFill>
                <a:latin typeface="Calisto MT"/>
                <a:cs typeface="Segoe UI"/>
              </a:rPr>
              <a:t>Volume of all Walls where there are 2 length side wall and 2 breadth side wall:</a:t>
            </a:r>
            <a:endParaRPr lang="en-US" sz="2000" dirty="0">
              <a:cs typeface="Segoe UI"/>
            </a:endParaRPr>
          </a:p>
        </p:txBody>
      </p:sp>
      <p:sp>
        <p:nvSpPr>
          <p:cNvPr id="7" name="TextBox 6">
            <a:extLst>
              <a:ext uri="{FF2B5EF4-FFF2-40B4-BE49-F238E27FC236}">
                <a16:creationId xmlns:a16="http://schemas.microsoft.com/office/drawing/2014/main" id="{5DB92E29-DDBF-233A-0FCE-844655802E40}"/>
              </a:ext>
            </a:extLst>
          </p:cNvPr>
          <p:cNvSpPr txBox="1"/>
          <p:nvPr/>
        </p:nvSpPr>
        <p:spPr>
          <a:xfrm>
            <a:off x="4560900" y="4851128"/>
            <a:ext cx="446589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rgbClr val="FFFFFF"/>
                </a:solidFill>
                <a:latin typeface="Calisto MT"/>
              </a:rPr>
              <a:t>=</a:t>
            </a:r>
            <a:r>
              <a:rPr lang="en-US" dirty="0">
                <a:latin typeface="Calisto MT"/>
              </a:rPr>
              <a:t> ~total volume~</a:t>
            </a:r>
            <a:endParaRPr lang="en-US" dirty="0"/>
          </a:p>
        </p:txBody>
      </p:sp>
    </p:spTree>
    <p:extLst>
      <p:ext uri="{BB962C8B-B14F-4D97-AF65-F5344CB8AC3E}">
        <p14:creationId xmlns:p14="http://schemas.microsoft.com/office/powerpoint/2010/main" val="370595726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059CE31-E475-0581-9C17-724A29369013}"/>
            </a:ext>
          </a:extLst>
        </p:cNvPr>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D3ECBDE3-4B51-1D1E-AC8B-1417F7DF9F8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1311E5C3-2BAD-98CC-CCAE-9D2DD3121D9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E69E3EAD-6BEE-B2F8-E42A-2FBC3C5DE8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431C616-CC89-0190-5D4A-3F6858648A44}"/>
              </a:ext>
            </a:extLst>
          </p:cNvPr>
          <p:cNvSpPr>
            <a:spLocks noGrp="1"/>
          </p:cNvSpPr>
          <p:nvPr>
            <p:ph type="title"/>
          </p:nvPr>
        </p:nvSpPr>
        <p:spPr>
          <a:xfrm>
            <a:off x="753197" y="1026087"/>
            <a:ext cx="10283452" cy="1180030"/>
          </a:xfrm>
        </p:spPr>
        <p:txBody>
          <a:bodyPr vert="horz" lIns="91440" tIns="45720" rIns="91440" bIns="45720" rtlCol="0" anchor="t">
            <a:normAutofit/>
          </a:bodyPr>
          <a:lstStyle/>
          <a:p>
            <a:r>
              <a:rPr lang="en-US" sz="6600" dirty="0"/>
              <a:t>WASH ROOM:</a:t>
            </a:r>
            <a:endParaRPr lang="en-US" dirty="0"/>
          </a:p>
        </p:txBody>
      </p:sp>
      <p:cxnSp>
        <p:nvCxnSpPr>
          <p:cNvPr id="14" name="Straight Connector 13">
            <a:extLst>
              <a:ext uri="{FF2B5EF4-FFF2-40B4-BE49-F238E27FC236}">
                <a16:creationId xmlns:a16="http://schemas.microsoft.com/office/drawing/2014/main" id="{E415E83C-7F90-2F53-3387-DBB41666401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B1430B07-E54F-23D3-E37A-626CDBED239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34100"/>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EA169F59-EF81-C23B-5A85-7EC71E51F554}"/>
              </a:ext>
            </a:extLst>
          </p:cNvPr>
          <p:cNvSpPr txBox="1"/>
          <p:nvPr/>
        </p:nvSpPr>
        <p:spPr>
          <a:xfrm>
            <a:off x="800581" y="2551253"/>
            <a:ext cx="2720051" cy="298543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dirty="0"/>
              <a:t>Measurements:</a:t>
            </a:r>
            <a:br>
              <a:rPr lang="en-US" sz="2800" dirty="0"/>
            </a:br>
            <a:r>
              <a:rPr lang="en-US" sz="2000" dirty="0"/>
              <a:t>Length:</a:t>
            </a:r>
            <a:br>
              <a:rPr lang="en-US" sz="2000" dirty="0"/>
            </a:br>
            <a:r>
              <a:rPr lang="en-US" sz="2000" dirty="0"/>
              <a:t>Breadth:</a:t>
            </a:r>
            <a:br>
              <a:rPr lang="en-US" sz="2000" dirty="0"/>
            </a:br>
            <a:r>
              <a:rPr lang="en-US" sz="2000" dirty="0"/>
              <a:t>Height:</a:t>
            </a:r>
            <a:br>
              <a:rPr lang="en-US" sz="2000" dirty="0"/>
            </a:br>
            <a:r>
              <a:rPr lang="en-US" sz="2000" dirty="0"/>
              <a:t>Thickness of Wall:</a:t>
            </a:r>
            <a:endParaRPr lang="en-US"/>
          </a:p>
          <a:p>
            <a:r>
              <a:rPr lang="en-US" sz="2000" dirty="0"/>
              <a:t>Length of window:</a:t>
            </a:r>
            <a:br>
              <a:rPr lang="en-US" sz="2000" dirty="0"/>
            </a:br>
            <a:r>
              <a:rPr lang="en-US" sz="2000" dirty="0"/>
              <a:t>Breadth of window:</a:t>
            </a:r>
            <a:br>
              <a:rPr lang="en-US" sz="2000" dirty="0"/>
            </a:br>
            <a:r>
              <a:rPr lang="en-US" sz="2000" dirty="0"/>
              <a:t>Length of door:</a:t>
            </a:r>
            <a:br>
              <a:rPr lang="en-US" sz="2000" dirty="0"/>
            </a:br>
            <a:r>
              <a:rPr lang="en-US" sz="2000" dirty="0"/>
              <a:t>Breadth of door:</a:t>
            </a:r>
            <a:endParaRPr lang="en-US"/>
          </a:p>
        </p:txBody>
      </p:sp>
      <p:sp>
        <p:nvSpPr>
          <p:cNvPr id="3" name="TextBox 2">
            <a:extLst>
              <a:ext uri="{FF2B5EF4-FFF2-40B4-BE49-F238E27FC236}">
                <a16:creationId xmlns:a16="http://schemas.microsoft.com/office/drawing/2014/main" id="{034B90C4-21B9-2EA3-62D8-7ADAE57A383F}"/>
              </a:ext>
            </a:extLst>
          </p:cNvPr>
          <p:cNvSpPr txBox="1"/>
          <p:nvPr/>
        </p:nvSpPr>
        <p:spPr>
          <a:xfrm>
            <a:off x="4562354" y="4043938"/>
            <a:ext cx="5092861"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cs typeface="Segoe UI"/>
              </a:rPr>
              <a:t>Total volume of walls excluding doors and windows:</a:t>
            </a:r>
          </a:p>
        </p:txBody>
      </p:sp>
      <p:sp>
        <p:nvSpPr>
          <p:cNvPr id="5" name="TextBox 4">
            <a:extLst>
              <a:ext uri="{FF2B5EF4-FFF2-40B4-BE49-F238E27FC236}">
                <a16:creationId xmlns:a16="http://schemas.microsoft.com/office/drawing/2014/main" id="{58388D51-E5EE-7390-211D-AAAF3182E3FC}"/>
              </a:ext>
            </a:extLst>
          </p:cNvPr>
          <p:cNvSpPr txBox="1"/>
          <p:nvPr/>
        </p:nvSpPr>
        <p:spPr>
          <a:xfrm>
            <a:off x="4562354" y="3401650"/>
            <a:ext cx="446589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rgbClr val="FFFFFF"/>
                </a:solidFill>
                <a:latin typeface="Calisto MT"/>
              </a:rPr>
              <a:t>=</a:t>
            </a:r>
            <a:r>
              <a:rPr lang="en-US" dirty="0">
                <a:latin typeface="Calisto MT"/>
              </a:rPr>
              <a:t> ~total volume~</a:t>
            </a:r>
            <a:endParaRPr lang="en-US" dirty="0"/>
          </a:p>
        </p:txBody>
      </p:sp>
      <p:sp>
        <p:nvSpPr>
          <p:cNvPr id="6" name="TextBox 5">
            <a:extLst>
              <a:ext uri="{FF2B5EF4-FFF2-40B4-BE49-F238E27FC236}">
                <a16:creationId xmlns:a16="http://schemas.microsoft.com/office/drawing/2014/main" id="{58FFE0E0-E8ED-6708-E2EB-567E002B0396}"/>
              </a:ext>
            </a:extLst>
          </p:cNvPr>
          <p:cNvSpPr txBox="1"/>
          <p:nvPr/>
        </p:nvSpPr>
        <p:spPr>
          <a:xfrm>
            <a:off x="4613091" y="2550399"/>
            <a:ext cx="4988478"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solidFill>
                  <a:srgbClr val="FFFFFF"/>
                </a:solidFill>
                <a:latin typeface="Calisto MT"/>
                <a:cs typeface="Segoe UI"/>
              </a:rPr>
              <a:t>Volume of all Walls where there are 2 length side wall and 2 breadth side wall:</a:t>
            </a:r>
            <a:endParaRPr lang="en-US" sz="2000" dirty="0">
              <a:cs typeface="Segoe UI"/>
            </a:endParaRPr>
          </a:p>
        </p:txBody>
      </p:sp>
      <p:sp>
        <p:nvSpPr>
          <p:cNvPr id="7" name="TextBox 6">
            <a:extLst>
              <a:ext uri="{FF2B5EF4-FFF2-40B4-BE49-F238E27FC236}">
                <a16:creationId xmlns:a16="http://schemas.microsoft.com/office/drawing/2014/main" id="{0B0751F4-1F8B-D73D-C7FC-3C98186EF3B1}"/>
              </a:ext>
            </a:extLst>
          </p:cNvPr>
          <p:cNvSpPr txBox="1"/>
          <p:nvPr/>
        </p:nvSpPr>
        <p:spPr>
          <a:xfrm>
            <a:off x="4560900" y="4851128"/>
            <a:ext cx="446589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rgbClr val="FFFFFF"/>
                </a:solidFill>
                <a:latin typeface="Calisto MT"/>
              </a:rPr>
              <a:t>=</a:t>
            </a:r>
            <a:r>
              <a:rPr lang="en-US" dirty="0">
                <a:latin typeface="Calisto MT"/>
              </a:rPr>
              <a:t> ~total volume~</a:t>
            </a:r>
            <a:endParaRPr lang="en-US" dirty="0"/>
          </a:p>
        </p:txBody>
      </p:sp>
    </p:spTree>
    <p:extLst>
      <p:ext uri="{BB962C8B-B14F-4D97-AF65-F5344CB8AC3E}">
        <p14:creationId xmlns:p14="http://schemas.microsoft.com/office/powerpoint/2010/main" val="302606045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0514D6B-88ED-E3C6-7E51-384D4F5E3A14}"/>
            </a:ext>
          </a:extLst>
        </p:cNvPr>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48483E03-F63C-254A-D7F9-C748C848F7A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16D21776-DE85-2595-DBF1-C3E3CD2FDD6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1FAC1AAF-C867-6CD5-A1BD-ED07D617B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6798423-AA7B-85BE-D2BE-672D06E4883A}"/>
              </a:ext>
            </a:extLst>
          </p:cNvPr>
          <p:cNvSpPr>
            <a:spLocks noGrp="1"/>
          </p:cNvSpPr>
          <p:nvPr>
            <p:ph type="title"/>
          </p:nvPr>
        </p:nvSpPr>
        <p:spPr>
          <a:xfrm>
            <a:off x="753197" y="1026087"/>
            <a:ext cx="10283452" cy="1180030"/>
          </a:xfrm>
        </p:spPr>
        <p:txBody>
          <a:bodyPr vert="horz" lIns="91440" tIns="45720" rIns="91440" bIns="45720" rtlCol="0" anchor="t">
            <a:normAutofit/>
          </a:bodyPr>
          <a:lstStyle/>
          <a:p>
            <a:r>
              <a:rPr lang="en-US" sz="6600" dirty="0"/>
              <a:t>STAIR WAY:</a:t>
            </a:r>
          </a:p>
        </p:txBody>
      </p:sp>
      <p:cxnSp>
        <p:nvCxnSpPr>
          <p:cNvPr id="14" name="Straight Connector 13">
            <a:extLst>
              <a:ext uri="{FF2B5EF4-FFF2-40B4-BE49-F238E27FC236}">
                <a16:creationId xmlns:a16="http://schemas.microsoft.com/office/drawing/2014/main" id="{798F1C35-7C1A-5298-67EA-9DC51A9F1CA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CBED3805-C86F-35A2-303C-F89A576BBED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34100"/>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82DC1E43-C51D-23E8-7FCA-D9861E9725B0}"/>
              </a:ext>
            </a:extLst>
          </p:cNvPr>
          <p:cNvSpPr txBox="1"/>
          <p:nvPr/>
        </p:nvSpPr>
        <p:spPr>
          <a:xfrm>
            <a:off x="800581" y="2551253"/>
            <a:ext cx="2720051" cy="298543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dirty="0"/>
              <a:t>Measurements:</a:t>
            </a:r>
            <a:br>
              <a:rPr lang="en-US" sz="2800" dirty="0"/>
            </a:br>
            <a:r>
              <a:rPr lang="en-US" sz="2000" dirty="0"/>
              <a:t>Length:</a:t>
            </a:r>
            <a:br>
              <a:rPr lang="en-US" sz="2000" dirty="0"/>
            </a:br>
            <a:r>
              <a:rPr lang="en-US" sz="2000" dirty="0"/>
              <a:t>Breadth:</a:t>
            </a:r>
            <a:br>
              <a:rPr lang="en-US" sz="2000" dirty="0"/>
            </a:br>
            <a:r>
              <a:rPr lang="en-US" sz="2000" dirty="0"/>
              <a:t>Height:</a:t>
            </a:r>
            <a:br>
              <a:rPr lang="en-US" sz="2000" dirty="0"/>
            </a:br>
            <a:r>
              <a:rPr lang="en-US" sz="2000" dirty="0"/>
              <a:t>Thickness of Wall:</a:t>
            </a:r>
            <a:endParaRPr lang="en-US"/>
          </a:p>
          <a:p>
            <a:r>
              <a:rPr lang="en-US" sz="2000" dirty="0"/>
              <a:t>Length of window:</a:t>
            </a:r>
            <a:br>
              <a:rPr lang="en-US" sz="2000" dirty="0"/>
            </a:br>
            <a:r>
              <a:rPr lang="en-US" sz="2000" dirty="0"/>
              <a:t>Breadth of window:</a:t>
            </a:r>
            <a:br>
              <a:rPr lang="en-US" sz="2000" dirty="0"/>
            </a:br>
            <a:r>
              <a:rPr lang="en-US" sz="2000" dirty="0"/>
              <a:t>Length of door:</a:t>
            </a:r>
            <a:br>
              <a:rPr lang="en-US" sz="2000" dirty="0"/>
            </a:br>
            <a:r>
              <a:rPr lang="en-US" sz="2000" dirty="0"/>
              <a:t>Breadth of door:</a:t>
            </a:r>
            <a:endParaRPr lang="en-US"/>
          </a:p>
        </p:txBody>
      </p:sp>
      <p:sp>
        <p:nvSpPr>
          <p:cNvPr id="3" name="TextBox 2">
            <a:extLst>
              <a:ext uri="{FF2B5EF4-FFF2-40B4-BE49-F238E27FC236}">
                <a16:creationId xmlns:a16="http://schemas.microsoft.com/office/drawing/2014/main" id="{5BCCF58D-6E93-CCD6-93B3-B89D2201A097}"/>
              </a:ext>
            </a:extLst>
          </p:cNvPr>
          <p:cNvSpPr txBox="1"/>
          <p:nvPr/>
        </p:nvSpPr>
        <p:spPr>
          <a:xfrm>
            <a:off x="4562354" y="4043938"/>
            <a:ext cx="5092861"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cs typeface="Segoe UI"/>
              </a:rPr>
              <a:t>Total volume of walls excluding doors and windows:</a:t>
            </a:r>
          </a:p>
        </p:txBody>
      </p:sp>
      <p:sp>
        <p:nvSpPr>
          <p:cNvPr id="5" name="TextBox 4">
            <a:extLst>
              <a:ext uri="{FF2B5EF4-FFF2-40B4-BE49-F238E27FC236}">
                <a16:creationId xmlns:a16="http://schemas.microsoft.com/office/drawing/2014/main" id="{B35FC534-A2F5-C373-8373-4C2158047051}"/>
              </a:ext>
            </a:extLst>
          </p:cNvPr>
          <p:cNvSpPr txBox="1"/>
          <p:nvPr/>
        </p:nvSpPr>
        <p:spPr>
          <a:xfrm>
            <a:off x="4562354" y="3401650"/>
            <a:ext cx="446589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rgbClr val="FFFFFF"/>
                </a:solidFill>
                <a:latin typeface="Calisto MT"/>
              </a:rPr>
              <a:t>=</a:t>
            </a:r>
            <a:r>
              <a:rPr lang="en-US" dirty="0">
                <a:latin typeface="Calisto MT"/>
              </a:rPr>
              <a:t> ~total volume~</a:t>
            </a:r>
            <a:endParaRPr lang="en-US" dirty="0"/>
          </a:p>
        </p:txBody>
      </p:sp>
      <p:sp>
        <p:nvSpPr>
          <p:cNvPr id="6" name="TextBox 5">
            <a:extLst>
              <a:ext uri="{FF2B5EF4-FFF2-40B4-BE49-F238E27FC236}">
                <a16:creationId xmlns:a16="http://schemas.microsoft.com/office/drawing/2014/main" id="{23B16A3E-6E77-1D51-F3B4-3468EF8685F3}"/>
              </a:ext>
            </a:extLst>
          </p:cNvPr>
          <p:cNvSpPr txBox="1"/>
          <p:nvPr/>
        </p:nvSpPr>
        <p:spPr>
          <a:xfrm>
            <a:off x="4613091" y="2550399"/>
            <a:ext cx="4988478"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solidFill>
                  <a:srgbClr val="FFFFFF"/>
                </a:solidFill>
                <a:latin typeface="Calisto MT"/>
                <a:cs typeface="Segoe UI"/>
              </a:rPr>
              <a:t>Volume of all Walls where there are 2 length side wall and 2 breadth side wall:</a:t>
            </a:r>
            <a:endParaRPr lang="en-US" sz="2000" dirty="0">
              <a:cs typeface="Segoe UI"/>
            </a:endParaRPr>
          </a:p>
        </p:txBody>
      </p:sp>
      <p:sp>
        <p:nvSpPr>
          <p:cNvPr id="7" name="TextBox 6">
            <a:extLst>
              <a:ext uri="{FF2B5EF4-FFF2-40B4-BE49-F238E27FC236}">
                <a16:creationId xmlns:a16="http://schemas.microsoft.com/office/drawing/2014/main" id="{E6927836-FE3A-157B-F903-F6C41B0ECC62}"/>
              </a:ext>
            </a:extLst>
          </p:cNvPr>
          <p:cNvSpPr txBox="1"/>
          <p:nvPr/>
        </p:nvSpPr>
        <p:spPr>
          <a:xfrm>
            <a:off x="4560900" y="4851128"/>
            <a:ext cx="446589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rgbClr val="FFFFFF"/>
                </a:solidFill>
                <a:latin typeface="Calisto MT"/>
              </a:rPr>
              <a:t>=</a:t>
            </a:r>
            <a:r>
              <a:rPr lang="en-US" dirty="0">
                <a:latin typeface="Calisto MT"/>
              </a:rPr>
              <a:t> ~total volume~</a:t>
            </a:r>
            <a:endParaRPr lang="en-US" dirty="0"/>
          </a:p>
        </p:txBody>
      </p:sp>
    </p:spTree>
    <p:extLst>
      <p:ext uri="{BB962C8B-B14F-4D97-AF65-F5344CB8AC3E}">
        <p14:creationId xmlns:p14="http://schemas.microsoft.com/office/powerpoint/2010/main" val="313281095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sld>
</file>

<file path=ppt/theme/theme1.xml><?xml version="1.0" encoding="utf-8"?>
<a:theme xmlns:a="http://schemas.openxmlformats.org/drawingml/2006/main" name="ChronicleVTI">
  <a:themeElements>
    <a:clrScheme name="Chronicle">
      <a:dk1>
        <a:srgbClr val="000000"/>
      </a:dk1>
      <a:lt1>
        <a:srgbClr val="FFFFFF"/>
      </a:lt1>
      <a:dk2>
        <a:srgbClr val="1C1C32"/>
      </a:dk2>
      <a:lt2>
        <a:srgbClr val="F8F4F1"/>
      </a:lt2>
      <a:accent1>
        <a:srgbClr val="734B67"/>
      </a:accent1>
      <a:accent2>
        <a:srgbClr val="959EBB"/>
      </a:accent2>
      <a:accent3>
        <a:srgbClr val="596781"/>
      </a:accent3>
      <a:accent4>
        <a:srgbClr val="7F6E8C"/>
      </a:accent4>
      <a:accent5>
        <a:srgbClr val="DB9A8F"/>
      </a:accent5>
      <a:accent6>
        <a:srgbClr val="C29AB1"/>
      </a:accent6>
      <a:hlink>
        <a:srgbClr val="778BA2"/>
      </a:hlink>
      <a:folHlink>
        <a:srgbClr val="A27C99"/>
      </a:folHlink>
    </a:clrScheme>
    <a:fontScheme name="Univers Calisto">
      <a:majorFont>
        <a:latin typeface="Univers Condensed"/>
        <a:ea typeface=""/>
        <a:cs typeface=""/>
      </a:majorFont>
      <a:minorFont>
        <a:latin typeface="Calisto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ChronicleVTI" id="{508E4D90-5116-4BF0-876B-3F422DD1F65F}" vid="{AA21DC3D-92A8-43A4-8358-ED428371CD55}"/>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7</Slides>
  <Notes>0</Notes>
  <HiddenSlides>0</HiddenSlides>
  <MMClips>0</MMClips>
  <ScaleCrop>false</ScaleCrop>
  <HeadingPairs>
    <vt:vector size="4" baseType="variant">
      <vt:variant>
        <vt:lpstr>Theme</vt:lpstr>
      </vt:variant>
      <vt:variant>
        <vt:i4>1</vt:i4>
      </vt:variant>
      <vt:variant>
        <vt:lpstr>Slide Titles</vt:lpstr>
      </vt:variant>
      <vt:variant>
        <vt:i4>7</vt:i4>
      </vt:variant>
    </vt:vector>
  </HeadingPairs>
  <TitlesOfParts>
    <vt:vector size="8" baseType="lpstr">
      <vt:lpstr>ChronicleVTI</vt:lpstr>
      <vt:lpstr>Math Project Group A</vt:lpstr>
      <vt:lpstr>To do:</vt:lpstr>
      <vt:lpstr>Method:</vt:lpstr>
      <vt:lpstr>Visualize:</vt:lpstr>
      <vt:lpstr>CLASS ROOM:</vt:lpstr>
      <vt:lpstr>WASH ROOM:</vt:lpstr>
      <vt:lpstr>STAIR WAY: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159</cp:revision>
  <dcterms:created xsi:type="dcterms:W3CDTF">2026-02-05T14:54:40Z</dcterms:created>
  <dcterms:modified xsi:type="dcterms:W3CDTF">2026-02-05T15:34:30Z</dcterms:modified>
</cp:coreProperties>
</file>